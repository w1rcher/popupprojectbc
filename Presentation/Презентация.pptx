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5" r:id="rId3"/>
    <p:sldId id="257" r:id="rId4"/>
    <p:sldId id="258" r:id="rId5"/>
    <p:sldId id="267" r:id="rId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zxc ghoul 1000-7" initials="ZXC" lastIdx="1" clrIdx="0">
    <p:extLst>
      <p:ext uri="{19B8F6BF-5375-455C-9EA6-DF929625EA0E}">
        <p15:presenceInfo xmlns:p15="http://schemas.microsoft.com/office/powerpoint/2012/main" userId="zxc ghoul 1000-7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012" autoAdjust="0"/>
    <p:restoredTop sz="94660"/>
  </p:normalViewPr>
  <p:slideViewPr>
    <p:cSldViewPr snapToGrid="0" snapToObjects="1">
      <p:cViewPr varScale="1">
        <p:scale>
          <a:sx n="116" d="100"/>
          <a:sy n="116" d="100"/>
        </p:scale>
        <p:origin x="1272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commentAuthors" Target="commentAuthor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6402" y="172528"/>
            <a:ext cx="8631195" cy="2581468"/>
          </a:xfrm>
        </p:spPr>
        <p:txBody>
          <a:bodyPr>
            <a:noAutofit/>
          </a:bodyPr>
          <a:lstStyle/>
          <a:p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Создание расширения для браузера для автоматического обнаружения подозрительных скриптов на сайтах</a:t>
            </a:r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endParaRPr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599" y="2753996"/>
            <a:ext cx="6400800" cy="730133"/>
          </a:xfrm>
        </p:spPr>
        <p:txBody>
          <a:bodyPr>
            <a:normAutofit/>
          </a:bodyPr>
          <a:lstStyle/>
          <a:p>
            <a:r>
              <a:rPr lang="ru-RU" sz="2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Предмет: </a:t>
            </a:r>
            <a:r>
              <a:rPr lang="ru-RU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Информатика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FC222BE9-6228-41F2-A288-5E0E678DB0F0}"/>
              </a:ext>
            </a:extLst>
          </p:cNvPr>
          <p:cNvSpPr txBox="1"/>
          <p:nvPr/>
        </p:nvSpPr>
        <p:spPr>
          <a:xfrm>
            <a:off x="6732968" y="5025286"/>
            <a:ext cx="2154629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Подготовил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u-RU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Комаров Святослав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10 и</a:t>
            </a:r>
          </a:p>
          <a:p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Руководитель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Городилов А. А.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014931" y="5348452"/>
            <a:ext cx="311413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МАОУ 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Лицей №9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endParaRPr lang="ru-RU" sz="1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г. Новосибирск</a:t>
            </a:r>
          </a:p>
          <a:p>
            <a:pPr algn="ctr"/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2025</a:t>
            </a:r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F97708B9-D5CE-4B7C-63DB-BB86ECA82F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705959"/>
            <a:ext cx="9144000" cy="1143000"/>
          </a:xfrm>
        </p:spPr>
        <p:txBody>
          <a:bodyPr/>
          <a:lstStyle/>
          <a:p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Проблема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E8A680F2-4134-FE4D-A61F-05DC82704F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6815" y="2309019"/>
            <a:ext cx="8341743" cy="2470015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Ежедневно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миллионы пользователей посещают сайты, используют онлайн-сервисы, социальные сети и веб-приложения. Однако вместе с удобством и доступностью возрастает и количество угроз, связанных с безопасностью в сети Интернет. Одной из наиболее распространённых проблем является использование злоумышленниками вредоносных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JavaScript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-скриптов, которые могут собирать личные данные 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пользователей или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выполнять скрытые действия без ведома пользователя.</a:t>
            </a:r>
          </a:p>
        </p:txBody>
      </p:sp>
    </p:spTree>
    <p:extLst>
      <p:ext uri="{BB962C8B-B14F-4D97-AF65-F5344CB8AC3E}">
        <p14:creationId xmlns:p14="http://schemas.microsoft.com/office/powerpoint/2010/main" val="23694631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846138"/>
            <a:ext cx="8229600" cy="1143000"/>
          </a:xfrm>
        </p:spPr>
        <p:txBody>
          <a:bodyPr>
            <a:normAutofit/>
          </a:bodyPr>
          <a:lstStyle/>
          <a:p>
            <a:r>
              <a:rPr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Актуальность проекта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766922"/>
            <a:ext cx="8229600" cy="2333445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Актуальность данного проекта обусловлена постоянным ростом числа интернет-угроз. Вредоносные скрипты используются для кражи персональных 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данных и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отслеживания действий 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пользователей.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Большинство обычных пользователей не обладает достаточными знаниями для самостоятельного анализа кода веб-страниц, что делает их уязвимыми.</a:t>
            </a:r>
          </a:p>
          <a:p>
            <a:pPr marL="0" indent="0" algn="ctr">
              <a:buNone/>
            </a:pP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Цел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ь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задачи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54347"/>
            <a:ext cx="8229600" cy="540013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Цель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Создать расширение для браузера, которое будет динамически анализировать выполняемые на странице скрипты, выявлять потенциально опасные и предупреждать пользователя о возможных угрозах.</a:t>
            </a:r>
          </a:p>
          <a:p>
            <a:pPr marL="0" indent="0">
              <a:buNone/>
            </a:pPr>
            <a:r>
              <a:rPr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Задачи</a:t>
            </a:r>
            <a:r>
              <a:rPr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u-RU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Изучить существующие подходы к анализу и детекции вредоносных скриптов.</a:t>
            </a:r>
          </a:p>
          <a:p>
            <a:pPr marL="0" indent="0">
              <a:buNone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Разработать архитектуру браузерного расширения для мониторинга и анализа загружаемых скриптов.</a:t>
            </a:r>
          </a:p>
          <a:p>
            <a:pPr marL="0" indent="0">
              <a:buNone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Подготовить набор данных и обучить простую модель машинного обучения для классификации скриптов.</a:t>
            </a:r>
          </a:p>
          <a:p>
            <a:pPr marL="0" indent="0">
              <a:buNone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Интегрировать механизм анализа и уведомления пользователя о потенциальных угрозах.</a:t>
            </a:r>
          </a:p>
          <a:p>
            <a:pPr marL="0" indent="0">
              <a:buNone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Провести тестирование расширения и оценить точность выявления подозрительных скриптов.</a:t>
            </a:r>
          </a:p>
          <a:p>
            <a:pPr marL="0" indent="0">
              <a:buNone/>
            </a:pPr>
            <a:endParaRPr lang="ru-RU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Вывод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406769"/>
            <a:ext cx="8229600" cy="2104845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ru-RU" sz="2000" dirty="0"/>
              <a:t>Разработанное расширение может быть использовано в учебных целях, а также послужить основой для дальнейшего развития, включая добавление и последующее расширение набора эвристик, улучшение модели машинного обучения и добавление новых функций анализа. Таким образом, поставленные цель и задачи проекта были успешно достигнуты.</a:t>
            </a:r>
          </a:p>
          <a:p>
            <a:pPr marL="0" indent="0" algn="ctr">
              <a:buNone/>
            </a:pPr>
            <a:endParaRPr lang="ru-RU" sz="2000" dirty="0" smtClean="0"/>
          </a:p>
        </p:txBody>
      </p:sp>
    </p:spTree>
    <p:extLst>
      <p:ext uri="{BB962C8B-B14F-4D97-AF65-F5344CB8AC3E}">
        <p14:creationId xmlns:p14="http://schemas.microsoft.com/office/powerpoint/2010/main" val="11876135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12199</TotalTime>
  <Words>284</Words>
  <Application>Microsoft Office PowerPoint</Application>
  <PresentationFormat>Экран (4:3)</PresentationFormat>
  <Paragraphs>24</Paragraphs>
  <Slides>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</vt:i4>
      </vt:variant>
    </vt:vector>
  </HeadingPairs>
  <TitlesOfParts>
    <vt:vector size="9" baseType="lpstr">
      <vt:lpstr>Arial</vt:lpstr>
      <vt:lpstr>Calibri</vt:lpstr>
      <vt:lpstr>Times New Roman</vt:lpstr>
      <vt:lpstr>Office Theme</vt:lpstr>
      <vt:lpstr>“Создание расширения для браузера для автоматического обнаружения подозрительных скриптов на сайтах”</vt:lpstr>
      <vt:lpstr>Проблема</vt:lpstr>
      <vt:lpstr>Актуальность проекта</vt:lpstr>
      <vt:lpstr>Цель и задачи</vt:lpstr>
      <vt:lpstr>Вывод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Проект: Шахматы</dc:title>
  <dc:subject/>
  <dc:creator>Святослав</dc:creator>
  <cp:keywords/>
  <dc:description>generated using python-pptx</dc:description>
  <cp:lastModifiedBy>student</cp:lastModifiedBy>
  <cp:revision>32</cp:revision>
  <dcterms:created xsi:type="dcterms:W3CDTF">2013-01-27T09:14:16Z</dcterms:created>
  <dcterms:modified xsi:type="dcterms:W3CDTF">2026-02-19T08:37:03Z</dcterms:modified>
  <cp:category/>
</cp:coreProperties>
</file>